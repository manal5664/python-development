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8" r:id="rId3"/>
    <p:sldId id="257" r:id="rId4"/>
    <p:sldId id="258" r:id="rId5"/>
    <p:sldId id="259" r:id="rId6"/>
    <p:sldId id="269" r:id="rId7"/>
    <p:sldId id="261" r:id="rId8"/>
    <p:sldId id="263" r:id="rId9"/>
    <p:sldId id="270" r:id="rId10"/>
    <p:sldId id="265" r:id="rId11"/>
    <p:sldId id="266" r:id="rId12"/>
    <p:sldId id="267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4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306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345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23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211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75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16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75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71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62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65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34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0345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770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371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156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959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98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 Implementation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Presented by: Manal Asghar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531473" cy="3530600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name is Manal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Asghar.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currently pursuing a Master’s degree in Data Science, with a strong academic foundation in machine learning, Python programming, and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hands-on experience in building machine learning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Deep learning models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developing APIs using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working on NLP-based projects.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passionate about artificial intelligence, problem-solving, and continuously enhancing my technical skills through practical implementation and research-oriented work.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053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Object-Oriented Programming?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199"/>
            <a:ext cx="7226673" cy="4050145"/>
          </a:xfrm>
        </p:spPr>
        <p:txBody>
          <a:bodyPr>
            <a:normAutofit/>
          </a:bodyPr>
          <a:lstStyle/>
          <a:p>
            <a:pPr lvl="2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 is a programming paradigm based on objects and classes</a:t>
            </a:r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Objects: Combination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(attributes)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 (methods)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Blueprint/template for creating objects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code into reusable components.</a:t>
            </a:r>
          </a:p>
          <a:p>
            <a:pPr lvl="2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Modularity, reusability, maintainability, real-world modeling.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37310" y="555227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 of 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2336" lvl="1" indent="0">
              <a:buNone/>
            </a:pPr>
            <a:r>
              <a:rPr lang="en-US" dirty="0"/>
              <a:t>Four Pillars of OOP:</a:t>
            </a:r>
          </a:p>
          <a:p>
            <a:pPr lvl="1"/>
            <a:r>
              <a:rPr dirty="0" smtClean="0"/>
              <a:t>Encapsulation</a:t>
            </a:r>
            <a:endParaRPr dirty="0"/>
          </a:p>
          <a:p>
            <a:pPr lvl="1"/>
            <a:r>
              <a:rPr dirty="0"/>
              <a:t>Abstraction</a:t>
            </a:r>
          </a:p>
          <a:p>
            <a:pPr lvl="1"/>
            <a:r>
              <a:rPr dirty="0"/>
              <a:t>Inheritance</a:t>
            </a:r>
          </a:p>
          <a:p>
            <a:pPr lvl="1"/>
            <a:r>
              <a:rPr dirty="0"/>
              <a:t>Polymorphism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Encapsulation</a:t>
            </a:r>
            <a:r>
              <a:rPr lang="en-US" dirty="0"/>
              <a:t> </a:t>
            </a:r>
            <a:r>
              <a:rPr lang="en-US" dirty="0" smtClean="0"/>
              <a:t>(Data </a:t>
            </a:r>
            <a:r>
              <a:rPr lang="en-US" dirty="0"/>
              <a:t>Hiding)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6985656" cy="4118634"/>
          </a:xfrm>
        </p:spPr>
        <p:txBody>
          <a:bodyPr/>
          <a:lstStyle/>
          <a:p>
            <a:pPr lvl="1"/>
            <a:r>
              <a:rPr lang="en-US" b="1" dirty="0"/>
              <a:t>Concept:</a:t>
            </a:r>
            <a:r>
              <a:rPr lang="en-US" dirty="0"/>
              <a:t> Keep data safe and restrict direct access; only allow controlled access via methods.</a:t>
            </a:r>
          </a:p>
          <a:p>
            <a:pPr lvl="1"/>
            <a:r>
              <a:rPr lang="en-US" dirty="0" smtClean="0"/>
              <a:t>Used for data protection</a:t>
            </a:r>
          </a:p>
          <a:p>
            <a:pPr lvl="1"/>
            <a:r>
              <a:rPr lang="en-US" dirty="0" smtClean="0"/>
              <a:t>Used in banking apps</a:t>
            </a:r>
          </a:p>
          <a:p>
            <a:pPr marL="402336" lvl="1" indent="0">
              <a:buNone/>
            </a:pPr>
            <a:endParaRPr lang="en-US" dirty="0" smtClean="0"/>
          </a:p>
          <a:p>
            <a:pPr marL="402336" lvl="1" indent="0">
              <a:buNone/>
            </a:pPr>
            <a:r>
              <a:rPr lang="en-US" dirty="0" smtClean="0"/>
              <a:t>Example </a:t>
            </a:r>
            <a:r>
              <a:rPr lang="en-US" dirty="0"/>
              <a:t>in </a:t>
            </a:r>
            <a:r>
              <a:rPr lang="en-US" dirty="0" err="1"/>
              <a:t>BankAccount</a:t>
            </a:r>
            <a:r>
              <a:rPr lang="en-US" dirty="0" smtClean="0"/>
              <a:t>:</a:t>
            </a:r>
          </a:p>
          <a:p>
            <a:pPr marL="402336" lvl="1" indent="0">
              <a:buNone/>
            </a:pPr>
            <a:r>
              <a:rPr lang="en-US" dirty="0" err="1"/>
              <a:t>self.__balance</a:t>
            </a:r>
            <a:r>
              <a:rPr lang="en-US" dirty="0"/>
              <a:t>  </a:t>
            </a:r>
            <a:endParaRPr lang="en-US" dirty="0" smtClean="0"/>
          </a:p>
          <a:p>
            <a:pPr marL="402336" lvl="1" indent="0">
              <a:buNone/>
            </a:pPr>
            <a:r>
              <a:rPr lang="en-US" dirty="0" smtClean="0"/>
              <a:t># </a:t>
            </a:r>
            <a:r>
              <a:rPr lang="en-US" dirty="0"/>
              <a:t>private variable, direct </a:t>
            </a:r>
            <a:r>
              <a:rPr lang="en-US" dirty="0" smtClean="0"/>
              <a:t>access not allowed</a:t>
            </a:r>
          </a:p>
          <a:p>
            <a:pPr marL="402336" lvl="1" indent="0">
              <a:buNone/>
            </a:pPr>
            <a:endParaRPr lang="en-US" dirty="0"/>
          </a:p>
          <a:p>
            <a:pPr marL="402336" lvl="1" indent="0">
              <a:buNone/>
            </a:pPr>
            <a:r>
              <a:rPr lang="en-US" dirty="0"/>
              <a:t>Balance </a:t>
            </a:r>
            <a:r>
              <a:rPr lang="en-US" dirty="0" smtClean="0"/>
              <a:t>will access through </a:t>
            </a:r>
            <a:r>
              <a:rPr lang="en-US" b="1" dirty="0" smtClean="0"/>
              <a:t>deposit</a:t>
            </a:r>
            <a:r>
              <a:rPr lang="en-US" b="1" dirty="0"/>
              <a:t>() </a:t>
            </a:r>
            <a:r>
              <a:rPr lang="en-US" b="1" dirty="0" err="1"/>
              <a:t>aur</a:t>
            </a:r>
            <a:r>
              <a:rPr lang="en-US" b="1" dirty="0"/>
              <a:t> </a:t>
            </a:r>
            <a:r>
              <a:rPr lang="en-US" b="1" dirty="0" err="1"/>
              <a:t>get_balance</a:t>
            </a:r>
            <a:r>
              <a:rPr lang="en-US" b="1" dirty="0"/>
              <a:t>() </a:t>
            </a:r>
            <a:r>
              <a:rPr lang="en-US" b="1" dirty="0" smtClean="0"/>
              <a:t>methods.</a:t>
            </a:r>
            <a:endParaRPr lang="en-US" dirty="0"/>
          </a:p>
          <a:p>
            <a:pPr marL="402336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(Code)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__(self, balance):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self.__balance</a:t>
            </a:r>
            <a:r>
              <a:rPr lang="en-US" dirty="0"/>
              <a:t> = balance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def deposit(self, amount):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self.__balance</a:t>
            </a:r>
            <a:r>
              <a:rPr lang="en-US" dirty="0"/>
              <a:t> += amount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def </a:t>
            </a:r>
            <a:r>
              <a:rPr lang="en-US" dirty="0" err="1"/>
              <a:t>get_balance</a:t>
            </a:r>
            <a:r>
              <a:rPr lang="en-US" dirty="0"/>
              <a:t>(self):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self.__balance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696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7656928" cy="709865"/>
          </a:xfrm>
        </p:spPr>
        <p:txBody>
          <a:bodyPr/>
          <a:lstStyle/>
          <a:p>
            <a:r>
              <a:rPr dirty="0" smtClean="0"/>
              <a:t>Abstraction</a:t>
            </a:r>
            <a:r>
              <a:rPr lang="en-US" dirty="0"/>
              <a:t> (Simplifying complexity)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/>
              <a:t>Hides implementation details.</a:t>
            </a:r>
          </a:p>
          <a:p>
            <a:pPr lvl="1"/>
            <a:r>
              <a:rPr dirty="0"/>
              <a:t>Shows only essential features.</a:t>
            </a:r>
          </a:p>
          <a:p>
            <a:pPr lvl="1"/>
            <a:r>
              <a:rPr dirty="0"/>
              <a:t>Achieved using abstract classes or interfaces</a:t>
            </a:r>
            <a:r>
              <a:rPr dirty="0" smtClean="0"/>
              <a:t>.</a:t>
            </a:r>
            <a:endParaRPr lang="en-US" dirty="0" smtClean="0"/>
          </a:p>
          <a:p>
            <a:pPr lvl="1"/>
            <a:r>
              <a:rPr lang="en-US" dirty="0" smtClean="0"/>
              <a:t>Used in Smartphone (hide complex details and internal logics)</a:t>
            </a:r>
          </a:p>
          <a:p>
            <a:pPr lvl="1"/>
            <a:r>
              <a:rPr lang="en-US" dirty="0" smtClean="0"/>
              <a:t>Example:</a:t>
            </a:r>
          </a:p>
          <a:p>
            <a:pPr marL="402336" lvl="1" indent="0">
              <a:buNone/>
            </a:pPr>
            <a:r>
              <a:rPr lang="en-US" dirty="0" err="1"/>
              <a:t>account.deposit</a:t>
            </a:r>
            <a:r>
              <a:rPr lang="en-US" dirty="0"/>
              <a:t>(500)</a:t>
            </a:r>
          </a:p>
          <a:p>
            <a:pPr marL="402336" lvl="1" indent="0">
              <a:buNone/>
            </a:pPr>
            <a:r>
              <a:rPr lang="en-US" dirty="0" err="1"/>
              <a:t>account.get_balance</a:t>
            </a:r>
            <a:r>
              <a:rPr lang="en-US" dirty="0" smtClean="0"/>
              <a:t>()</a:t>
            </a:r>
          </a:p>
          <a:p>
            <a:pPr marL="402336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Inheritance</a:t>
            </a:r>
            <a:r>
              <a:rPr lang="en-US" dirty="0" smtClean="0"/>
              <a:t> (Reusing code)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/>
              <a:t>Allows a class to inherit properties of another class.</a:t>
            </a:r>
          </a:p>
          <a:p>
            <a:pPr lvl="1"/>
            <a:r>
              <a:rPr dirty="0"/>
              <a:t>Promotes code reusability.</a:t>
            </a:r>
          </a:p>
          <a:p>
            <a:pPr lvl="1"/>
            <a:r>
              <a:rPr dirty="0"/>
              <a:t>Types: Single, Multiple, Multilevel, Hierarchical</a:t>
            </a:r>
            <a:r>
              <a:rPr dirty="0" smtClean="0"/>
              <a:t>.</a:t>
            </a:r>
            <a:endParaRPr lang="en-US" dirty="0" smtClean="0"/>
          </a:p>
          <a:p>
            <a:pPr lvl="1"/>
            <a:r>
              <a:rPr lang="en-US" dirty="0" smtClean="0"/>
              <a:t>Used in E – commerce Websites.</a:t>
            </a:r>
          </a:p>
          <a:p>
            <a:pPr marL="402336" lvl="1" indent="0">
              <a:buNone/>
            </a:pPr>
            <a:r>
              <a:rPr lang="en-US" dirty="0" smtClean="0"/>
              <a:t>Parent class: Product (name, price , stock)   </a:t>
            </a:r>
          </a:p>
          <a:p>
            <a:pPr marL="402336" lvl="1" indent="0">
              <a:buNone/>
            </a:pPr>
            <a:r>
              <a:rPr lang="en-US" dirty="0" smtClean="0"/>
              <a:t>Child class: Electronics, clothes</a:t>
            </a:r>
          </a:p>
          <a:p>
            <a:pPr marL="402336" lvl="1" indent="0">
              <a:buNone/>
            </a:pPr>
            <a:r>
              <a:rPr lang="en-US" dirty="0"/>
              <a:t>same features don’t have to be repeated in every product</a:t>
            </a:r>
            <a:r>
              <a:rPr lang="en-US" dirty="0" smtClean="0"/>
              <a:t>.</a:t>
            </a:r>
            <a:endParaRPr lang="en-US" dirty="0"/>
          </a:p>
          <a:p>
            <a:pPr marL="402336" lvl="1" indent="0">
              <a:buNone/>
            </a:pPr>
            <a:endParaRPr lang="en-US" dirty="0" smtClean="0"/>
          </a:p>
          <a:p>
            <a:pPr marL="402336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Inheritance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class Car:</a:t>
            </a:r>
          </a:p>
          <a:p>
            <a:pPr marL="0" indent="0">
              <a:buNone/>
            </a:pPr>
            <a:r>
              <a:rPr lang="en-US" dirty="0"/>
              <a:t>    def start(self):</a:t>
            </a:r>
          </a:p>
          <a:p>
            <a:pPr marL="0" indent="0">
              <a:buNone/>
            </a:pPr>
            <a:r>
              <a:rPr lang="en-US" dirty="0"/>
              <a:t>        print("Car started")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ElectricCar</a:t>
            </a:r>
            <a:r>
              <a:rPr lang="en-US" dirty="0"/>
              <a:t>(Car):</a:t>
            </a:r>
          </a:p>
          <a:p>
            <a:pPr marL="0" indent="0">
              <a:buNone/>
            </a:pPr>
            <a:r>
              <a:rPr lang="en-US" dirty="0"/>
              <a:t>    def </a:t>
            </a:r>
            <a:r>
              <a:rPr lang="en-US" dirty="0" err="1"/>
              <a:t>battery_status</a:t>
            </a:r>
            <a:r>
              <a:rPr lang="en-US" dirty="0"/>
              <a:t>(self):</a:t>
            </a:r>
          </a:p>
          <a:p>
            <a:pPr marL="0" indent="0">
              <a:buNone/>
            </a:pPr>
            <a:r>
              <a:rPr lang="en-US" dirty="0"/>
              <a:t>        print("Battery full")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my_e_car</a:t>
            </a:r>
            <a:r>
              <a:rPr lang="en-US" dirty="0"/>
              <a:t> = </a:t>
            </a:r>
            <a:r>
              <a:rPr lang="en-US" dirty="0" err="1"/>
              <a:t>ElectricCar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my_e_car.start</a:t>
            </a:r>
            <a:r>
              <a:rPr lang="en-US" dirty="0"/>
              <a:t>()        # inherited</a:t>
            </a:r>
          </a:p>
          <a:p>
            <a:pPr marL="0" indent="0">
              <a:buNone/>
            </a:pPr>
            <a:r>
              <a:rPr lang="en-US" dirty="0" err="1"/>
              <a:t>my_e_car.battery_status</a:t>
            </a:r>
            <a:r>
              <a:rPr lang="en-US" dirty="0"/>
              <a:t>()  # new feature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581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Polymorphism</a:t>
            </a:r>
            <a:r>
              <a:rPr lang="en-US" dirty="0"/>
              <a:t>(Many forms)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Same method name, different </a:t>
            </a:r>
            <a:r>
              <a:rPr dirty="0" smtClean="0"/>
              <a:t>behavior.</a:t>
            </a:r>
            <a:endParaRPr lang="en-US" dirty="0" smtClean="0"/>
          </a:p>
          <a:p>
            <a:r>
              <a:rPr dirty="0" smtClean="0"/>
              <a:t>Achieved </a:t>
            </a:r>
            <a:r>
              <a:rPr dirty="0"/>
              <a:t>via method overriding or overloading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US" b="1" dirty="0"/>
              <a:t>example:</a:t>
            </a:r>
            <a:r>
              <a:rPr lang="en-US" dirty="0"/>
              <a:t> Vehicles honking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Bike honk: “Beep </a:t>
            </a:r>
            <a:r>
              <a:rPr lang="en-US" dirty="0" err="1" smtClean="0"/>
              <a:t>Beep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Car honk: ”Honk honk”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Polymorphism - Code Example (Python)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6345260" cy="4368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class Vehicle:</a:t>
            </a:r>
          </a:p>
          <a:p>
            <a:pPr marL="0" indent="0">
              <a:buNone/>
            </a:pPr>
            <a:r>
              <a:rPr lang="en-US" dirty="0"/>
              <a:t>    def honk(self):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smtClean="0"/>
              <a:t>pass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class Bike(Vehicle):</a:t>
            </a:r>
          </a:p>
          <a:p>
            <a:pPr marL="0" indent="0">
              <a:buNone/>
            </a:pPr>
            <a:r>
              <a:rPr lang="en-US" dirty="0"/>
              <a:t>    def honk(self):</a:t>
            </a:r>
          </a:p>
          <a:p>
            <a:pPr marL="0" indent="0">
              <a:buNone/>
            </a:pPr>
            <a:r>
              <a:rPr lang="en-US" dirty="0"/>
              <a:t>        print("Beep beep</a:t>
            </a:r>
            <a:r>
              <a:rPr lang="en-US" dirty="0" smtClean="0"/>
              <a:t>!")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class Car(Vehicle):</a:t>
            </a:r>
          </a:p>
          <a:p>
            <a:pPr marL="0" indent="0">
              <a:buNone/>
            </a:pPr>
            <a:r>
              <a:rPr lang="en-US" dirty="0"/>
              <a:t>    def honk(self):</a:t>
            </a:r>
          </a:p>
          <a:p>
            <a:pPr marL="0" indent="0">
              <a:buNone/>
            </a:pPr>
            <a:r>
              <a:rPr lang="en-US" dirty="0"/>
              <a:t>        print("Honk honk</a:t>
            </a:r>
            <a:r>
              <a:rPr lang="en-US" dirty="0" smtClean="0"/>
              <a:t>!")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vehicles = [Bike(), Car()]</a:t>
            </a:r>
          </a:p>
          <a:p>
            <a:pPr marL="0" indent="0">
              <a:buNone/>
            </a:pPr>
            <a:r>
              <a:rPr lang="en-US" dirty="0"/>
              <a:t>for v in vehicles: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v.honk</a:t>
            </a:r>
            <a:r>
              <a:rPr lang="en-US" dirty="0"/>
              <a:t>()  # same method, different behavior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	</a:t>
            </a:r>
            <a:r>
              <a:rPr dirty="0" smtClean="0"/>
              <a:t>Modularity</a:t>
            </a:r>
            <a:endParaRPr lang="en-US" dirty="0" smtClean="0"/>
          </a:p>
          <a:p>
            <a:r>
              <a:rPr dirty="0" smtClean="0"/>
              <a:t>Reusability</a:t>
            </a:r>
            <a:endParaRPr lang="en-US" dirty="0" smtClean="0"/>
          </a:p>
          <a:p>
            <a:r>
              <a:rPr dirty="0" smtClean="0"/>
              <a:t>Scalability</a:t>
            </a:r>
            <a:endParaRPr lang="en-US" dirty="0"/>
          </a:p>
          <a:p>
            <a:r>
              <a:rPr dirty="0" smtClean="0"/>
              <a:t>Security </a:t>
            </a:r>
            <a:r>
              <a:rPr dirty="0"/>
              <a:t>through </a:t>
            </a:r>
            <a:r>
              <a:rPr dirty="0" smtClean="0"/>
              <a:t>encapsulation</a:t>
            </a:r>
            <a:endParaRPr lang="en-US" dirty="0" smtClean="0"/>
          </a:p>
          <a:p>
            <a:r>
              <a:rPr lang="en-US" dirty="0" smtClean="0"/>
              <a:t>Real world modeling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64382" y="2823339"/>
            <a:ext cx="717824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Encapsulation: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You don’t mess with the engine directly.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You just drive without knowing how it works inside.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Inheritance: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Electric car is still a car but with extra features.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Polymorphism: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Different vehicles honk differently but the action </a:t>
            </a:r>
          </a:p>
          <a:p>
            <a:pPr marL="0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called the same—honk.</a:t>
            </a:r>
          </a:p>
        </p:txBody>
      </p:sp>
    </p:spTree>
    <p:extLst>
      <p:ext uri="{BB962C8B-B14F-4D97-AF65-F5344CB8AC3E}">
        <p14:creationId xmlns:p14="http://schemas.microsoft.com/office/powerpoint/2010/main" val="25898294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186</TotalTime>
  <Words>551</Words>
  <Application>Microsoft Office PowerPoint</Application>
  <PresentationFormat>On-screen Show (4:3)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Times New Roman</vt:lpstr>
      <vt:lpstr>Wingdings 3</vt:lpstr>
      <vt:lpstr>Ion Boardroom</vt:lpstr>
      <vt:lpstr>Object-Oriented Programming Concepts with Code Implementation </vt:lpstr>
      <vt:lpstr>Introduction</vt:lpstr>
      <vt:lpstr>What is Object-Oriented Programming?</vt:lpstr>
      <vt:lpstr>Core Concepts of OOP</vt:lpstr>
      <vt:lpstr>Encapsulation (Data Hiding)</vt:lpstr>
      <vt:lpstr>Example (Code)</vt:lpstr>
      <vt:lpstr>Abstraction (Simplifying complexity)</vt:lpstr>
      <vt:lpstr>Inheritance (Reusing code)</vt:lpstr>
      <vt:lpstr>Inheritance example</vt:lpstr>
      <vt:lpstr>Polymorphism(Many forms)</vt:lpstr>
      <vt:lpstr>Polymorphism - Code Example (Python)</vt:lpstr>
      <vt:lpstr>Advantages of OOP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(OOP)</dc:title>
  <dc:subject/>
  <dc:creator/>
  <cp:keywords/>
  <dc:description>generated using python-pptx</dc:description>
  <cp:lastModifiedBy>smc</cp:lastModifiedBy>
  <cp:revision>13</cp:revision>
  <dcterms:created xsi:type="dcterms:W3CDTF">2013-01-27T09:14:16Z</dcterms:created>
  <dcterms:modified xsi:type="dcterms:W3CDTF">2026-02-11T10:45:38Z</dcterms:modified>
  <cp:category/>
</cp:coreProperties>
</file>